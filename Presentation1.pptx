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1" r:id="rId3"/>
    <p:sldId id="258" r:id="rId4"/>
    <p:sldId id="260" r:id="rId5"/>
    <p:sldId id="263" r:id="rId6"/>
    <p:sldId id="265" r:id="rId7"/>
    <p:sldId id="266" r:id="rId8"/>
    <p:sldId id="268" r:id="rId9"/>
    <p:sldId id="269" r:id="rId10"/>
    <p:sldId id="270" r:id="rId11"/>
    <p:sldId id="272" r:id="rId12"/>
    <p:sldId id="273" r:id="rId13"/>
    <p:sldId id="274" r:id="rId14"/>
    <p:sldId id="275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0414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A3E5AB-68C5-4F51-972E-821D55D977D2}" v="1" dt="2026-06-11T18:35:12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78" d="100"/>
          <a:sy n="78" d="100"/>
        </p:scale>
        <p:origin x="8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na sh" userId="6ced885b83ea4ac2" providerId="LiveId" clId="{A2DC1C8D-EB5C-45F2-B20E-B611E2F746EB}"/>
    <pc:docChg chg="undo custSel addSld delSld modSld sldOrd">
      <pc:chgData name="rana sh" userId="6ced885b83ea4ac2" providerId="LiveId" clId="{A2DC1C8D-EB5C-45F2-B20E-B611E2F746EB}" dt="2026-06-11T19:51:30.128" v="93" actId="1076"/>
      <pc:docMkLst>
        <pc:docMk/>
      </pc:docMkLst>
      <pc:sldChg chg="modSp mod">
        <pc:chgData name="rana sh" userId="6ced885b83ea4ac2" providerId="LiveId" clId="{A2DC1C8D-EB5C-45F2-B20E-B611E2F746EB}" dt="2026-06-11T18:28:00.622" v="28" actId="207"/>
        <pc:sldMkLst>
          <pc:docMk/>
          <pc:sldMk cId="317574817" sldId="258"/>
        </pc:sldMkLst>
        <pc:spChg chg="mod">
          <ac:chgData name="rana sh" userId="6ced885b83ea4ac2" providerId="LiveId" clId="{A2DC1C8D-EB5C-45F2-B20E-B611E2F746EB}" dt="2026-06-11T18:27:56.813" v="27" actId="207"/>
          <ac:spMkLst>
            <pc:docMk/>
            <pc:sldMk cId="317574817" sldId="258"/>
            <ac:spMk id="2" creationId="{C2072CE8-1F77-B9DE-AA11-6696EB33428D}"/>
          </ac:spMkLst>
        </pc:spChg>
        <pc:spChg chg="mod">
          <ac:chgData name="rana sh" userId="6ced885b83ea4ac2" providerId="LiveId" clId="{A2DC1C8D-EB5C-45F2-B20E-B611E2F746EB}" dt="2026-06-11T18:28:00.622" v="28" actId="207"/>
          <ac:spMkLst>
            <pc:docMk/>
            <pc:sldMk cId="317574817" sldId="258"/>
            <ac:spMk id="3" creationId="{0DBFAD64-6061-DE82-9B9C-344185C4DF9B}"/>
          </ac:spMkLst>
        </pc:spChg>
      </pc:sldChg>
      <pc:sldChg chg="modSp mod">
        <pc:chgData name="rana sh" userId="6ced885b83ea4ac2" providerId="LiveId" clId="{A2DC1C8D-EB5C-45F2-B20E-B611E2F746EB}" dt="2026-06-11T18:28:10.100" v="30" actId="207"/>
        <pc:sldMkLst>
          <pc:docMk/>
          <pc:sldMk cId="4077221103" sldId="260"/>
        </pc:sldMkLst>
        <pc:spChg chg="mod">
          <ac:chgData name="rana sh" userId="6ced885b83ea4ac2" providerId="LiveId" clId="{A2DC1C8D-EB5C-45F2-B20E-B611E2F746EB}" dt="2026-06-11T18:28:10.100" v="30" actId="207"/>
          <ac:spMkLst>
            <pc:docMk/>
            <pc:sldMk cId="4077221103" sldId="260"/>
            <ac:spMk id="2" creationId="{E5CBE971-BCD5-7E8F-70BC-82ACD4976E9E}"/>
          </ac:spMkLst>
        </pc:spChg>
      </pc:sldChg>
      <pc:sldChg chg="addSp delSp modSp mod">
        <pc:chgData name="rana sh" userId="6ced885b83ea4ac2" providerId="LiveId" clId="{A2DC1C8D-EB5C-45F2-B20E-B611E2F746EB}" dt="2026-06-11T18:43:50.300" v="66" actId="931"/>
        <pc:sldMkLst>
          <pc:docMk/>
          <pc:sldMk cId="1020545262" sldId="261"/>
        </pc:sldMkLst>
        <pc:picChg chg="del">
          <ac:chgData name="rana sh" userId="6ced885b83ea4ac2" providerId="LiveId" clId="{A2DC1C8D-EB5C-45F2-B20E-B611E2F746EB}" dt="2026-06-11T18:39:34.218" v="64" actId="478"/>
          <ac:picMkLst>
            <pc:docMk/>
            <pc:sldMk cId="1020545262" sldId="261"/>
            <ac:picMk id="15" creationId="{C593A269-9640-DBFB-0AAF-5F2D3E9D6F87}"/>
          </ac:picMkLst>
        </pc:picChg>
        <pc:picChg chg="add mod">
          <ac:chgData name="rana sh" userId="6ced885b83ea4ac2" providerId="LiveId" clId="{A2DC1C8D-EB5C-45F2-B20E-B611E2F746EB}" dt="2026-06-11T18:43:50.300" v="66" actId="931"/>
          <ac:picMkLst>
            <pc:docMk/>
            <pc:sldMk cId="1020545262" sldId="261"/>
            <ac:picMk id="17" creationId="{3A0F3844-6ADE-2E3D-BAED-9480F0591802}"/>
          </ac:picMkLst>
        </pc:picChg>
      </pc:sldChg>
      <pc:sldChg chg="modSp mod">
        <pc:chgData name="rana sh" userId="6ced885b83ea4ac2" providerId="LiveId" clId="{A2DC1C8D-EB5C-45F2-B20E-B611E2F746EB}" dt="2026-06-11T18:27:42.725" v="25" actId="207"/>
        <pc:sldMkLst>
          <pc:docMk/>
          <pc:sldMk cId="3639127607" sldId="262"/>
        </pc:sldMkLst>
        <pc:spChg chg="mod">
          <ac:chgData name="rana sh" userId="6ced885b83ea4ac2" providerId="LiveId" clId="{A2DC1C8D-EB5C-45F2-B20E-B611E2F746EB}" dt="2026-06-11T18:27:33.768" v="24" actId="207"/>
          <ac:spMkLst>
            <pc:docMk/>
            <pc:sldMk cId="3639127607" sldId="262"/>
            <ac:spMk id="2" creationId="{0BE7C897-757D-7158-8309-2B582E215C25}"/>
          </ac:spMkLst>
        </pc:spChg>
        <pc:spChg chg="mod">
          <ac:chgData name="rana sh" userId="6ced885b83ea4ac2" providerId="LiveId" clId="{A2DC1C8D-EB5C-45F2-B20E-B611E2F746EB}" dt="2026-06-11T18:27:33.768" v="24" actId="207"/>
          <ac:spMkLst>
            <pc:docMk/>
            <pc:sldMk cId="3639127607" sldId="262"/>
            <ac:spMk id="7" creationId="{B019B243-8313-6D5B-A1E8-CBE6E93BB96C}"/>
          </ac:spMkLst>
        </pc:spChg>
        <pc:graphicFrameChg chg="modGraphic">
          <ac:chgData name="rana sh" userId="6ced885b83ea4ac2" providerId="LiveId" clId="{A2DC1C8D-EB5C-45F2-B20E-B611E2F746EB}" dt="2026-06-11T18:27:42.725" v="25" actId="207"/>
          <ac:graphicFrameMkLst>
            <pc:docMk/>
            <pc:sldMk cId="3639127607" sldId="262"/>
            <ac:graphicFrameMk id="11" creationId="{8E250DF7-CF1C-57E0-E3D8-65822C22C884}"/>
          </ac:graphicFrameMkLst>
        </pc:graphicFrameChg>
      </pc:sldChg>
      <pc:sldChg chg="addSp delSp modSp mod">
        <pc:chgData name="rana sh" userId="6ced885b83ea4ac2" providerId="LiveId" clId="{A2DC1C8D-EB5C-45F2-B20E-B611E2F746EB}" dt="2026-06-11T18:30:58.744" v="54" actId="732"/>
        <pc:sldMkLst>
          <pc:docMk/>
          <pc:sldMk cId="376292383" sldId="263"/>
        </pc:sldMkLst>
        <pc:spChg chg="del mod ord">
          <ac:chgData name="rana sh" userId="6ced885b83ea4ac2" providerId="LiveId" clId="{A2DC1C8D-EB5C-45F2-B20E-B611E2F746EB}" dt="2026-06-11T18:30:14.291" v="35" actId="21"/>
          <ac:spMkLst>
            <pc:docMk/>
            <pc:sldMk cId="376292383" sldId="263"/>
            <ac:spMk id="2" creationId="{0C0EB999-8286-76C7-F522-EA237394601F}"/>
          </ac:spMkLst>
        </pc:spChg>
        <pc:spChg chg="add del mod">
          <ac:chgData name="rana sh" userId="6ced885b83ea4ac2" providerId="LiveId" clId="{A2DC1C8D-EB5C-45F2-B20E-B611E2F746EB}" dt="2026-06-11T18:25:56.128" v="5" actId="931"/>
          <ac:spMkLst>
            <pc:docMk/>
            <pc:sldMk cId="376292383" sldId="263"/>
            <ac:spMk id="4" creationId="{DE5B5AEE-E280-3CC6-3774-535E69B26DFA}"/>
          </ac:spMkLst>
        </pc:spChg>
        <pc:spChg chg="add del mod">
          <ac:chgData name="rana sh" userId="6ced885b83ea4ac2" providerId="LiveId" clId="{A2DC1C8D-EB5C-45F2-B20E-B611E2F746EB}" dt="2026-06-11T18:30:44.800" v="50" actId="1076"/>
          <ac:spMkLst>
            <pc:docMk/>
            <pc:sldMk cId="376292383" sldId="263"/>
            <ac:spMk id="7" creationId="{05A7F9D6-5729-E884-3E9C-342E1BB0F18F}"/>
          </ac:spMkLst>
        </pc:spChg>
        <pc:spChg chg="add del mod">
          <ac:chgData name="rana sh" userId="6ced885b83ea4ac2" providerId="LiveId" clId="{A2DC1C8D-EB5C-45F2-B20E-B611E2F746EB}" dt="2026-06-11T18:30:18.316" v="36" actId="931"/>
          <ac:spMkLst>
            <pc:docMk/>
            <pc:sldMk cId="376292383" sldId="263"/>
            <ac:spMk id="9" creationId="{9120C012-7817-E819-C17E-647E8A88293D}"/>
          </ac:spMkLst>
        </pc:spChg>
        <pc:spChg chg="add del mod">
          <ac:chgData name="rana sh" userId="6ced885b83ea4ac2" providerId="LiveId" clId="{A2DC1C8D-EB5C-45F2-B20E-B611E2F746EB}" dt="2026-06-11T18:30:24.284" v="39" actId="21"/>
          <ac:spMkLst>
            <pc:docMk/>
            <pc:sldMk cId="376292383" sldId="263"/>
            <ac:spMk id="12" creationId="{D1827500-2F9B-C82C-6F00-01471372E5BF}"/>
          </ac:spMkLst>
        </pc:spChg>
        <pc:graphicFrameChg chg="del modGraphic">
          <ac:chgData name="rana sh" userId="6ced885b83ea4ac2" providerId="LiveId" clId="{A2DC1C8D-EB5C-45F2-B20E-B611E2F746EB}" dt="2026-06-11T18:25:44.808" v="3" actId="21"/>
          <ac:graphicFrameMkLst>
            <pc:docMk/>
            <pc:sldMk cId="376292383" sldId="263"/>
            <ac:graphicFrameMk id="11" creationId="{AC0AA5F3-B3AE-AC3E-80CE-B06866C3929D}"/>
          </ac:graphicFrameMkLst>
        </pc:graphicFrameChg>
        <pc:picChg chg="add del mod ord modCrop">
          <ac:chgData name="rana sh" userId="6ced885b83ea4ac2" providerId="LiveId" clId="{A2DC1C8D-EB5C-45F2-B20E-B611E2F746EB}" dt="2026-06-11T18:30:07.480" v="31" actId="478"/>
          <ac:picMkLst>
            <pc:docMk/>
            <pc:sldMk cId="376292383" sldId="263"/>
            <ac:picMk id="6" creationId="{F5E8C00D-956D-35CC-B50E-3C75FC28554E}"/>
          </ac:picMkLst>
        </pc:picChg>
        <pc:picChg chg="add mod ord modCrop">
          <ac:chgData name="rana sh" userId="6ced885b83ea4ac2" providerId="LiveId" clId="{A2DC1C8D-EB5C-45F2-B20E-B611E2F746EB}" dt="2026-06-11T18:30:58.744" v="54" actId="732"/>
          <ac:picMkLst>
            <pc:docMk/>
            <pc:sldMk cId="376292383" sldId="263"/>
            <ac:picMk id="14" creationId="{A9954A3C-3E8D-9585-E608-D65C6B3A65FF}"/>
          </ac:picMkLst>
        </pc:picChg>
      </pc:sldChg>
      <pc:sldChg chg="addSp delSp modSp add del mod ord">
        <pc:chgData name="rana sh" userId="6ced885b83ea4ac2" providerId="LiveId" clId="{A2DC1C8D-EB5C-45F2-B20E-B611E2F746EB}" dt="2026-06-11T19:05:45.547" v="73" actId="2696"/>
        <pc:sldMkLst>
          <pc:docMk/>
          <pc:sldMk cId="182750113" sldId="264"/>
        </pc:sldMkLst>
        <pc:spChg chg="mod">
          <ac:chgData name="rana sh" userId="6ced885b83ea4ac2" providerId="LiveId" clId="{A2DC1C8D-EB5C-45F2-B20E-B611E2F746EB}" dt="2026-06-11T19:05:25.631" v="67" actId="6549"/>
          <ac:spMkLst>
            <pc:docMk/>
            <pc:sldMk cId="182750113" sldId="264"/>
            <ac:spMk id="2" creationId="{7C771CAF-4189-9EB4-4CC9-980E9C5FBDF3}"/>
          </ac:spMkLst>
        </pc:spChg>
        <pc:spChg chg="add mod">
          <ac:chgData name="rana sh" userId="6ced885b83ea4ac2" providerId="LiveId" clId="{A2DC1C8D-EB5C-45F2-B20E-B611E2F746EB}" dt="2026-06-11T18:40:53.467" v="65" actId="14100"/>
          <ac:spMkLst>
            <pc:docMk/>
            <pc:sldMk cId="182750113" sldId="264"/>
            <ac:spMk id="4" creationId="{337BC822-3923-7F2B-0684-A5CE9A25F05E}"/>
          </ac:spMkLst>
        </pc:spChg>
        <pc:graphicFrameChg chg="del">
          <ac:chgData name="rana sh" userId="6ced885b83ea4ac2" providerId="LiveId" clId="{A2DC1C8D-EB5C-45F2-B20E-B611E2F746EB}" dt="2026-06-11T18:35:26.109" v="63" actId="478"/>
          <ac:graphicFrameMkLst>
            <pc:docMk/>
            <pc:sldMk cId="182750113" sldId="264"/>
            <ac:graphicFrameMk id="11" creationId="{433CEE3E-099A-207B-7E1E-DF7AD2FF0EC2}"/>
          </ac:graphicFrameMkLst>
        </pc:graphicFrameChg>
      </pc:sldChg>
      <pc:sldChg chg="add del">
        <pc:chgData name="rana sh" userId="6ced885b83ea4ac2" providerId="LiveId" clId="{A2DC1C8D-EB5C-45F2-B20E-B611E2F746EB}" dt="2026-06-11T18:35:06.949" v="56" actId="47"/>
        <pc:sldMkLst>
          <pc:docMk/>
          <pc:sldMk cId="210405144" sldId="264"/>
        </pc:sldMkLst>
      </pc:sldChg>
      <pc:sldChg chg="addSp delSp modSp add mod">
        <pc:chgData name="rana sh" userId="6ced885b83ea4ac2" providerId="LiveId" clId="{A2DC1C8D-EB5C-45F2-B20E-B611E2F746EB}" dt="2026-06-11T19:21:18.467" v="88" actId="1076"/>
        <pc:sldMkLst>
          <pc:docMk/>
          <pc:sldMk cId="1305918764" sldId="265"/>
        </pc:sldMkLst>
        <pc:spChg chg="add del mod">
          <ac:chgData name="rana sh" userId="6ced885b83ea4ac2" providerId="LiveId" clId="{A2DC1C8D-EB5C-45F2-B20E-B611E2F746EB}" dt="2026-06-11T19:05:37.630" v="70" actId="931"/>
          <ac:spMkLst>
            <pc:docMk/>
            <pc:sldMk cId="1305918764" sldId="265"/>
            <ac:spMk id="3" creationId="{1F03ECE0-8858-8BE2-51CF-FDA6456C8CAB}"/>
          </ac:spMkLst>
        </pc:spChg>
        <pc:spChg chg="add del">
          <ac:chgData name="rana sh" userId="6ced885b83ea4ac2" providerId="LiveId" clId="{A2DC1C8D-EB5C-45F2-B20E-B611E2F746EB}" dt="2026-06-11T19:09:01.846" v="79" actId="21"/>
          <ac:spMkLst>
            <pc:docMk/>
            <pc:sldMk cId="1305918764" sldId="265"/>
            <ac:spMk id="7" creationId="{FFAF6A63-F2EC-8632-3896-112848EC2FD9}"/>
          </ac:spMkLst>
        </pc:spChg>
        <pc:spChg chg="add del mod">
          <ac:chgData name="rana sh" userId="6ced885b83ea4ac2" providerId="LiveId" clId="{A2DC1C8D-EB5C-45F2-B20E-B611E2F746EB}" dt="2026-06-11T19:08:52.720" v="75" actId="931"/>
          <ac:spMkLst>
            <pc:docMk/>
            <pc:sldMk cId="1305918764" sldId="265"/>
            <ac:spMk id="8" creationId="{AC3EEBCE-5A76-C786-898B-BB3CE306493A}"/>
          </ac:spMkLst>
        </pc:spChg>
        <pc:spChg chg="add del mod">
          <ac:chgData name="rana sh" userId="6ced885b83ea4ac2" providerId="LiveId" clId="{A2DC1C8D-EB5C-45F2-B20E-B611E2F746EB}" dt="2026-06-11T19:09:04.292" v="80" actId="21"/>
          <ac:spMkLst>
            <pc:docMk/>
            <pc:sldMk cId="1305918764" sldId="265"/>
            <ac:spMk id="12" creationId="{1A1EA31F-347E-3E6C-094C-655CA41B31A7}"/>
          </ac:spMkLst>
        </pc:spChg>
        <pc:picChg chg="add del mod ord">
          <ac:chgData name="rana sh" userId="6ced885b83ea4ac2" providerId="LiveId" clId="{A2DC1C8D-EB5C-45F2-B20E-B611E2F746EB}" dt="2026-06-11T19:08:47.800" v="74" actId="478"/>
          <ac:picMkLst>
            <pc:docMk/>
            <pc:sldMk cId="1305918764" sldId="265"/>
            <ac:picMk id="5" creationId="{A83A6A0A-31F7-6875-93A8-069C3070C700}"/>
          </ac:picMkLst>
        </pc:picChg>
        <pc:picChg chg="add del mod ord">
          <ac:chgData name="rana sh" userId="6ced885b83ea4ac2" providerId="LiveId" clId="{A2DC1C8D-EB5C-45F2-B20E-B611E2F746EB}" dt="2026-06-11T19:08:56.040" v="77" actId="478"/>
          <ac:picMkLst>
            <pc:docMk/>
            <pc:sldMk cId="1305918764" sldId="265"/>
            <ac:picMk id="10" creationId="{548918B5-7B39-E0E1-66EF-07551136D825}"/>
          </ac:picMkLst>
        </pc:picChg>
        <pc:picChg chg="del">
          <ac:chgData name="rana sh" userId="6ced885b83ea4ac2" providerId="LiveId" clId="{A2DC1C8D-EB5C-45F2-B20E-B611E2F746EB}" dt="2026-06-11T19:05:31.581" v="69" actId="478"/>
          <ac:picMkLst>
            <pc:docMk/>
            <pc:sldMk cId="1305918764" sldId="265"/>
            <ac:picMk id="14" creationId="{C0C1376F-DD61-F1C3-EEAF-4EAC430777F7}"/>
          </ac:picMkLst>
        </pc:picChg>
        <pc:picChg chg="add mod">
          <ac:chgData name="rana sh" userId="6ced885b83ea4ac2" providerId="LiveId" clId="{A2DC1C8D-EB5C-45F2-B20E-B611E2F746EB}" dt="2026-06-11T19:21:18.467" v="88" actId="1076"/>
          <ac:picMkLst>
            <pc:docMk/>
            <pc:sldMk cId="1305918764" sldId="265"/>
            <ac:picMk id="15" creationId="{C97D0C62-6433-7DBA-6B2E-4C5C9ADCB46E}"/>
          </ac:picMkLst>
        </pc:picChg>
      </pc:sldChg>
      <pc:sldChg chg="new del">
        <pc:chgData name="rana sh" userId="6ced885b83ea4ac2" providerId="LiveId" clId="{A2DC1C8D-EB5C-45F2-B20E-B611E2F746EB}" dt="2026-06-11T19:21:01.878" v="83" actId="680"/>
        <pc:sldMkLst>
          <pc:docMk/>
          <pc:sldMk cId="3171483855" sldId="266"/>
        </pc:sldMkLst>
      </pc:sldChg>
      <pc:sldChg chg="addSp delSp modSp add mod">
        <pc:chgData name="rana sh" userId="6ced885b83ea4ac2" providerId="LiveId" clId="{A2DC1C8D-EB5C-45F2-B20E-B611E2F746EB}" dt="2026-06-11T19:21:14.451" v="87" actId="1076"/>
        <pc:sldMkLst>
          <pc:docMk/>
          <pc:sldMk cId="3250204876" sldId="266"/>
        </pc:sldMkLst>
        <pc:picChg chg="add mod">
          <ac:chgData name="rana sh" userId="6ced885b83ea4ac2" providerId="LiveId" clId="{A2DC1C8D-EB5C-45F2-B20E-B611E2F746EB}" dt="2026-06-11T19:21:14.451" v="87" actId="1076"/>
          <ac:picMkLst>
            <pc:docMk/>
            <pc:sldMk cId="3250204876" sldId="266"/>
            <ac:picMk id="3" creationId="{82207678-51DB-D12A-1EE1-7EFBF18B2CA3}"/>
          </ac:picMkLst>
        </pc:picChg>
        <pc:picChg chg="del">
          <ac:chgData name="rana sh" userId="6ced885b83ea4ac2" providerId="LiveId" clId="{A2DC1C8D-EB5C-45F2-B20E-B611E2F746EB}" dt="2026-06-11T19:21:06.109" v="85" actId="478"/>
          <ac:picMkLst>
            <pc:docMk/>
            <pc:sldMk cId="3250204876" sldId="266"/>
            <ac:picMk id="15" creationId="{CE9560E7-BC79-9F23-0C85-08A3ED41079E}"/>
          </ac:picMkLst>
        </pc:picChg>
      </pc:sldChg>
      <pc:sldChg chg="addSp delSp modSp add mod">
        <pc:chgData name="rana sh" userId="6ced885b83ea4ac2" providerId="LiveId" clId="{A2DC1C8D-EB5C-45F2-B20E-B611E2F746EB}" dt="2026-06-11T19:51:30.128" v="93" actId="1076"/>
        <pc:sldMkLst>
          <pc:docMk/>
          <pc:sldMk cId="2880604436" sldId="267"/>
        </pc:sldMkLst>
        <pc:picChg chg="del">
          <ac:chgData name="rana sh" userId="6ced885b83ea4ac2" providerId="LiveId" clId="{A2DC1C8D-EB5C-45F2-B20E-B611E2F746EB}" dt="2026-06-11T19:51:18.904" v="90" actId="478"/>
          <ac:picMkLst>
            <pc:docMk/>
            <pc:sldMk cId="2880604436" sldId="267"/>
            <ac:picMk id="3" creationId="{E8CCAC8D-A0D3-2631-283F-238500305E4C}"/>
          </ac:picMkLst>
        </pc:picChg>
        <pc:picChg chg="add mod">
          <ac:chgData name="rana sh" userId="6ced885b83ea4ac2" providerId="LiveId" clId="{A2DC1C8D-EB5C-45F2-B20E-B611E2F746EB}" dt="2026-06-11T19:51:30.128" v="93" actId="1076"/>
          <ac:picMkLst>
            <pc:docMk/>
            <pc:sldMk cId="2880604436" sldId="267"/>
            <ac:picMk id="4" creationId="{8698684E-0D35-7428-4EF4-908033B63BB5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6-13T16:03:35.415"/>
    </inkml:context>
    <inkml:brush xml:id="br0">
      <inkml:brushProperty name="width" value="0.035" units="cm"/>
      <inkml:brushProperty name="height" value="0.035" units="cm"/>
      <inkml:brushProperty name="color" value="#FFFFFF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03C82-0630-AC2F-0042-3D773FE7B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25B24-9A26-A763-4DB7-BC72513A04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1077C-B336-2A7A-A312-187FB5964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BA6C4-9B1F-9EA0-45D3-80083224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024CE-5992-72BA-06E0-AC8DB5BB9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5603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60477-7235-C43F-A148-FFFCEF09D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3A9464-348A-DC8E-EC90-26F29E963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2C7C0-FEB8-DADB-1DCA-5AAA404B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A1D0DD-E570-A10C-A404-A88C40A95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B0846-0DED-E1A0-A991-5B5D58594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912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0647D-B48B-60D5-0376-C4F4C1FF4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EF3F2F-32DA-9A7E-9D7A-13365DC5AE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CD2F29-650B-56F8-4E09-50B720AE5D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C38517-CE8E-9BE5-1DC4-2ECA947D0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640C82-4A99-4EEC-D460-C959B854A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66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9D19-CAFA-0767-B4AA-184639B6A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F7962C-F724-9864-0E1C-072F2CF234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6F60F8-F35A-AFF5-8A25-D8E3E53686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0BCBB-C8F2-60E9-0020-95E098416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BB49ED-FC4A-809B-A99D-D9F1FA864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B71D3C-FE29-D3A9-916F-76B898592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90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C639F1-A121-977D-2FB6-D8F3AE3111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FC9D87-5ADB-B7F9-C93E-E4D3BA5BA2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E018AC-3C24-A989-55BD-7E5A5E411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2D0C88-0FF7-58A6-0DBF-94A8A0C9E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75B5A53-BF1E-6F81-B9CF-41CC0BD2DC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AFBA55-6910-FD6A-D073-07B4D8205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AF566D-F3D4-815F-BA13-880651CA5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D309DF-F461-DFFF-37E5-F49A4EDB6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64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9536A-7457-4335-7463-279DDDEC1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A19C1E-BD51-80C4-5568-21A9DB3AB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62543-3A6D-0DB5-557B-B69F86CE9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6270C-592E-555D-A6BE-846EB8033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583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14D064-2A9F-EC58-F458-3CE50C2C0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BAA7CF-7CD7-2EEA-449D-FCE1DC67D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018A0B-B422-5EFD-DD39-BC98F48EB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00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6954E-0DFB-B2A5-10DD-49E1BCFB1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512375-AA4E-F82D-439A-11EDA28C8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5E276-68E9-EF87-0710-4B4D65EBE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FB231D-9BC5-0DBB-9872-AA0F67C39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0A1FC4-5818-7BB4-CC66-E1FF1C30B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D82ECF-482E-5EB7-94F8-D2C37A27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1407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CE2F5-ADDE-93A1-F6BE-F022E6DEC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A45AEC6-C431-CA85-0F1F-741743ADF0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879098-4F9C-1B4E-9794-A2093DD4A3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E8FEE-8418-6854-84AD-12BEA61E03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8B0CD3-1C3F-37B5-0B83-1CF4AE27D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7D8A53-2078-6D50-C292-0A12CF853F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33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565BC8-3A4A-5710-C97E-34D5AFF59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C70EC1-3E2D-3737-3F39-02376E79A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A0EED-C284-CE0A-F0E7-2EEC668EE8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86123E-A855-E447-B7A8-76AB91240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56167E-E903-600B-750D-C71FACF8D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959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ECCDF8-677F-B738-BB49-2886A1F3B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2C1C3D-324B-B8EA-5D6B-6D10CD9CEA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AB4308-0B66-0395-9902-E9CE67553E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8D96F8-01C5-6A77-2C8A-922D8D88B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C0328-2A1C-CFAB-51C9-63426FEC0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404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4BA0A6-B1EF-E101-1558-12D765AA2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B27BE1-C467-18F7-6304-A5A8283223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CA5684-A281-4B6D-95BF-AFA02C2264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B3DC15-7E71-4970-9115-764AB6A4EE5B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0170E-3B24-2D22-F2C9-AD8560DF77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F76A1D-A3CD-D21D-8224-0BF44A2EB9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308DB-6826-4A4E-8C6F-A493C66200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592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3205769-C768-CF7B-8EF8-75C6D26B2F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272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FA9BE97-2CDE-A287-9B6E-FBCC164AA4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871E6B2-2424-30E9-562B-DE4E4A7527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792980"/>
            <a:ext cx="4336026" cy="879475"/>
          </a:xfrm>
        </p:spPr>
        <p:txBody>
          <a:bodyPr>
            <a:normAutofit fontScale="90000"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Introduction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E05BBF-40DA-FB9E-ECC3-6529BA0A39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6051" y="2465435"/>
            <a:ext cx="9144000" cy="4526781"/>
          </a:xfrm>
        </p:spPr>
        <p:txBody>
          <a:bodyPr/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Email is a major communication channel.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Phishing and malware attacks are increasing.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Shield Gate provides intelligent email protection.</a:t>
            </a:r>
          </a:p>
        </p:txBody>
      </p:sp>
    </p:spTree>
    <p:extLst>
      <p:ext uri="{BB962C8B-B14F-4D97-AF65-F5344CB8AC3E}">
        <p14:creationId xmlns:p14="http://schemas.microsoft.com/office/powerpoint/2010/main" val="17042692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BF6D2FB-715F-EDDB-E394-0A054F464B8D}"/>
              </a:ext>
            </a:extLst>
          </p:cNvPr>
          <p:cNvSpPr/>
          <p:nvPr/>
        </p:nvSpPr>
        <p:spPr>
          <a:xfrm>
            <a:off x="-121920" y="0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A80A9BB-2569-0CA2-09AF-6585D13A197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721" y="365125"/>
            <a:ext cx="10704558" cy="60245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072CE8-1F77-B9DE-AA11-6696EB334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Problem</a:t>
            </a:r>
            <a:r>
              <a:rPr lang="en-US" dirty="0">
                <a:solidFill>
                  <a:srgbClr val="C04143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BFAD64-6061-DE82-9B9C-344185C4DF9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Phishing Emails </a:t>
            </a:r>
          </a:p>
          <a:p>
            <a:r>
              <a:rPr lang="en-US" dirty="0">
                <a:solidFill>
                  <a:schemeClr val="bg1"/>
                </a:solidFill>
              </a:rPr>
              <a:t>Malicious Attachments </a:t>
            </a:r>
          </a:p>
          <a:p>
            <a:r>
              <a:rPr lang="en-US" dirty="0">
                <a:solidFill>
                  <a:schemeClr val="bg1"/>
                </a:solidFill>
              </a:rPr>
              <a:t>Social Engineering </a:t>
            </a:r>
          </a:p>
          <a:p>
            <a:r>
              <a:rPr lang="en-US" dirty="0">
                <a:solidFill>
                  <a:schemeClr val="bg1"/>
                </a:solidFill>
              </a:rPr>
              <a:t>Credential Theft </a:t>
            </a:r>
          </a:p>
          <a:p>
            <a:r>
              <a:rPr lang="en-US" dirty="0">
                <a:solidFill>
                  <a:schemeClr val="bg1"/>
                </a:solidFill>
              </a:rPr>
              <a:t>Traditional Firewalls Limitations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74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8C7BAF-C264-4BDD-2C5C-FC2FC1BC6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455803-B5CF-9A0F-D4B6-5426BE171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CBE971-BCD5-7E8F-70BC-82ACD4976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3848" y="538745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Project</a:t>
            </a:r>
            <a:r>
              <a:rPr lang="en-US" dirty="0">
                <a:solidFill>
                  <a:srgbClr val="C04143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Objectives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73CEE-6934-32DF-CA59-14388BE3AF15}"/>
              </a:ext>
            </a:extLst>
          </p:cNvPr>
          <p:cNvSpPr txBox="1"/>
          <p:nvPr/>
        </p:nvSpPr>
        <p:spPr>
          <a:xfrm>
            <a:off x="983848" y="1690688"/>
            <a:ext cx="814568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Protect incoming emails before delivery.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Detect phishing using AI and NLP.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Analyze headers, body, and attachments.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Sandbox suspicious files safely.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Ensure email availability through spooling.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Integrate open-source mail technologies. </a:t>
            </a:r>
          </a:p>
        </p:txBody>
      </p:sp>
    </p:spTree>
    <p:extLst>
      <p:ext uri="{BB962C8B-B14F-4D97-AF65-F5344CB8AC3E}">
        <p14:creationId xmlns:p14="http://schemas.microsoft.com/office/powerpoint/2010/main" val="40772211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CCD02-5D76-3731-A907-E66A8D7727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5A7F9D6-5729-E884-3E9C-342E1BB0F18F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A9954A3C-3E8D-9585-E608-D65C6B3A65F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33"/>
          <a:stretch>
            <a:fillRect/>
          </a:stretch>
        </p:blipFill>
        <p:spPr>
          <a:xfrm>
            <a:off x="-508000" y="0"/>
            <a:ext cx="12618719" cy="6858000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16CB95D-6864-7165-8804-1E3770B8D583}"/>
                  </a:ext>
                </a:extLst>
              </p14:cNvPr>
              <p14:cNvContentPartPr/>
              <p14:nvPr/>
            </p14:nvContentPartPr>
            <p14:xfrm>
              <a:off x="2684137" y="658757"/>
              <a:ext cx="360" cy="36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16CB95D-6864-7165-8804-1E3770B8D58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78017" y="652637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6292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68860E-6042-151E-C7DC-A9A87385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FAF6A63-F2EC-8632-3896-112848EC2FD9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85FA297B-FF35-AF8D-6680-6724C9F2C9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9187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16E00D-15A7-A5C7-6488-0F2E6EA69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C55C3B0-4C6F-D2C4-AA56-296E646A6631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BC24A16A-0145-404C-7DEB-20A798F60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" y="-1"/>
            <a:ext cx="10454639" cy="696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20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70215-F393-756B-7403-E491611E7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4B1A3A3-B6BC-B1D5-95DF-1BDC178B96FD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100D1-4BEE-95E0-1906-3CEB065E1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454640" cy="696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322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C495F-510B-F235-3C0B-832AD8C51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A4ABDE92-87BE-F530-3798-D26F1DDBF4FE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F6BF77-FD8D-C24C-151A-212EAB3A3E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55881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482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712A3-FC81-8476-979A-1B1138810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76E17C-BDCD-96FE-022B-FA396E637363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CA9A2F-32A4-3AF0-523B-DFD60A7845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1803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6FC6D-23DF-A8DB-18D0-F4B5CC904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CAD42C4-A7F7-352F-94E3-4B9392A7E3CA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1121D1-3E40-A109-58C1-20AFB2B5E6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4082" y="55881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2338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3384C1-CAD6-5E97-E484-83F27C36F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5066DB7-C51C-A1B7-0C95-61CE1291C724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14959B-870C-0030-62ED-C212F974B2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61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C49A81C-11AE-3B41-0582-C52E0E7D6563}"/>
              </a:ext>
            </a:extLst>
          </p:cNvPr>
          <p:cNvSpPr txBox="1"/>
          <p:nvPr/>
        </p:nvSpPr>
        <p:spPr>
          <a:xfrm>
            <a:off x="1837618" y="313046"/>
            <a:ext cx="85102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ROC &amp; Precision-Recall Analysis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340E2FF-C7D2-4268-7D19-B7091A710F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6947" y="1141906"/>
            <a:ext cx="6721422" cy="54030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FB3F778-1928-3E18-D1B7-9AA625634EE9}"/>
              </a:ext>
            </a:extLst>
          </p:cNvPr>
          <p:cNvSpPr txBox="1"/>
          <p:nvPr/>
        </p:nvSpPr>
        <p:spPr>
          <a:xfrm>
            <a:off x="231495" y="2293507"/>
            <a:ext cx="4494722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ROC-AUC = 99.84%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Average Precision = 99.88%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Excellent discrimination between phishing and legitimate emails </a:t>
            </a:r>
          </a:p>
        </p:txBody>
      </p:sp>
    </p:spTree>
    <p:extLst>
      <p:ext uri="{BB962C8B-B14F-4D97-AF65-F5344CB8AC3E}">
        <p14:creationId xmlns:p14="http://schemas.microsoft.com/office/powerpoint/2010/main" val="41270101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9BB75-C027-5BDE-6A4D-FC5C5449B5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1AC7E89-9527-8BA1-4AAA-9B68382EED9F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41E6A78-E518-FC98-0858-0A41A63D9B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61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E61238E-4F32-CB6A-2747-4B9D7344C5AE}"/>
              </a:ext>
            </a:extLst>
          </p:cNvPr>
          <p:cNvSpPr txBox="1"/>
          <p:nvPr/>
        </p:nvSpPr>
        <p:spPr>
          <a:xfrm>
            <a:off x="1552483" y="776362"/>
            <a:ext cx="85102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Confusion Matrix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3C9446-FD81-E84E-D5E4-3D5A1B287AD8}"/>
              </a:ext>
            </a:extLst>
          </p:cNvPr>
          <p:cNvSpPr txBox="1"/>
          <p:nvPr/>
        </p:nvSpPr>
        <p:spPr>
          <a:xfrm>
            <a:off x="983116" y="1910049"/>
            <a:ext cx="907965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Validation Results</a:t>
            </a:r>
          </a:p>
          <a:p>
            <a:r>
              <a:rPr lang="en-US" sz="2800" dirty="0">
                <a:solidFill>
                  <a:schemeClr val="bg1"/>
                </a:solidFill>
              </a:rPr>
              <a:t>True Positives: 1564 </a:t>
            </a:r>
          </a:p>
          <a:p>
            <a:r>
              <a:rPr lang="en-US" sz="2800" dirty="0">
                <a:solidFill>
                  <a:schemeClr val="bg1"/>
                </a:solidFill>
              </a:rPr>
              <a:t>False Negatives: 58 </a:t>
            </a:r>
          </a:p>
          <a:p>
            <a:r>
              <a:rPr lang="en-US" sz="2800" dirty="0">
                <a:solidFill>
                  <a:schemeClr val="bg1"/>
                </a:solidFill>
              </a:rPr>
              <a:t>True Negatives: 1259 </a:t>
            </a:r>
          </a:p>
          <a:p>
            <a:r>
              <a:rPr lang="en-US" sz="2800" dirty="0">
                <a:solidFill>
                  <a:schemeClr val="bg1"/>
                </a:solidFill>
              </a:rPr>
              <a:t>False Positives: 21 </a:t>
            </a:r>
          </a:p>
          <a:p>
            <a:r>
              <a:rPr lang="en-US" sz="2800" b="1" dirty="0">
                <a:solidFill>
                  <a:schemeClr val="bg1"/>
                </a:solidFill>
              </a:rPr>
              <a:t>Performance</a:t>
            </a:r>
          </a:p>
          <a:p>
            <a:r>
              <a:rPr lang="en-US" sz="2800" dirty="0">
                <a:solidFill>
                  <a:schemeClr val="bg1"/>
                </a:solidFill>
              </a:rPr>
              <a:t>Recall = 96.42% </a:t>
            </a:r>
          </a:p>
          <a:p>
            <a:r>
              <a:rPr lang="en-US" sz="2800" dirty="0">
                <a:solidFill>
                  <a:schemeClr val="bg1"/>
                </a:solidFill>
              </a:rPr>
              <a:t>Precision = 98.68% </a:t>
            </a:r>
          </a:p>
          <a:p>
            <a:r>
              <a:rPr lang="en-US" sz="2800" dirty="0">
                <a:solidFill>
                  <a:schemeClr val="bg1"/>
                </a:solidFill>
              </a:rPr>
              <a:t>False Positive Rate = 1.64%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F5F8FF-E005-B7D7-140C-3CDEE5785A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002" y="2361442"/>
            <a:ext cx="7269767" cy="2135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7641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CEFC4-9DE7-804D-03AD-C6388BFA61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E7C98C-8836-7A26-CFAE-56ED136FEDE8}"/>
              </a:ext>
            </a:extLst>
          </p:cNvPr>
          <p:cNvSpPr/>
          <p:nvPr/>
        </p:nvSpPr>
        <p:spPr>
          <a:xfrm>
            <a:off x="-426720" y="1"/>
            <a:ext cx="12618720" cy="696976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24EF-CA07-8C35-05ED-3D5F35D72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1761"/>
            <a:ext cx="12185522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7AF1AA-6164-0948-13E8-4034C7A26B9F}"/>
              </a:ext>
            </a:extLst>
          </p:cNvPr>
          <p:cNvSpPr txBox="1"/>
          <p:nvPr/>
        </p:nvSpPr>
        <p:spPr>
          <a:xfrm>
            <a:off x="1552483" y="776362"/>
            <a:ext cx="851028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Project </a:t>
            </a:r>
            <a:r>
              <a:rPr lang="en-US" sz="4400" b="1" dirty="0">
                <a:solidFill>
                  <a:srgbClr val="FF0000"/>
                </a:solidFill>
              </a:rPr>
              <a:t>Conclusion</a:t>
            </a:r>
            <a:endParaRPr lang="en-US" sz="4400" dirty="0">
              <a:solidFill>
                <a:srgbClr val="FF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441282-2364-741E-FEA0-530AF3346DDB}"/>
              </a:ext>
            </a:extLst>
          </p:cNvPr>
          <p:cNvSpPr txBox="1"/>
          <p:nvPr/>
        </p:nvSpPr>
        <p:spPr>
          <a:xfrm>
            <a:off x="983116" y="1910049"/>
            <a:ext cx="90796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Multi-layer phishing detection gateway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AI-powered email analysis (</a:t>
            </a:r>
            <a:r>
              <a:rPr lang="en-US" sz="2800" dirty="0" err="1">
                <a:solidFill>
                  <a:schemeClr val="bg1"/>
                </a:solidFill>
              </a:rPr>
              <a:t>XGBoost</a:t>
            </a:r>
            <a:r>
              <a:rPr lang="en-US" sz="2800" dirty="0">
                <a:solidFill>
                  <a:schemeClr val="bg1"/>
                </a:solidFill>
              </a:rPr>
              <a:t> + NLP)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Secure attachment sandboxing (CAPEv2)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96.42% phishing detection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1.64% false positive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</a:rPr>
              <a:t>Successful real-time email blocking before delivery</a:t>
            </a:r>
          </a:p>
        </p:txBody>
      </p:sp>
    </p:spTree>
    <p:extLst>
      <p:ext uri="{BB962C8B-B14F-4D97-AF65-F5344CB8AC3E}">
        <p14:creationId xmlns:p14="http://schemas.microsoft.com/office/powerpoint/2010/main" val="42601117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3858</TotalTime>
  <Words>166</Words>
  <Application>Microsoft Office PowerPoint</Application>
  <PresentationFormat>Widescreen</PresentationFormat>
  <Paragraphs>38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Introduction </vt:lpstr>
      <vt:lpstr>Problem Statement</vt:lpstr>
      <vt:lpstr>Project Objectives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rana sh</dc:creator>
  <cp:lastModifiedBy>rana sh</cp:lastModifiedBy>
  <cp:revision>6</cp:revision>
  <dcterms:created xsi:type="dcterms:W3CDTF">2026-06-11T08:58:54Z</dcterms:created>
  <dcterms:modified xsi:type="dcterms:W3CDTF">2026-06-14T20:34:07Z</dcterms:modified>
</cp:coreProperties>
</file>